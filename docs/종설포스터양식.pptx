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"/>
  </p:notesMasterIdLst>
  <p:sldIdLst>
    <p:sldId id="256" r:id="rId2"/>
    <p:sldId id="257" r:id="rId3"/>
  </p:sldIdLst>
  <p:sldSz cx="21383625" cy="30275213"/>
  <p:notesSz cx="30275213" cy="42803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001A"/>
    <a:srgbClr val="8B0029"/>
    <a:srgbClr val="862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" d="100"/>
          <a:sy n="20" d="100"/>
        </p:scale>
        <p:origin x="24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41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EFC2-5426-9631-BD7D-0D19DA8C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89F8D-5C12-DB91-C45B-03E941893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DA51E-C2B8-2396-9FC8-A92853E69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345C2-5D0B-1EA7-085A-A48DB194C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1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313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336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4884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880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072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718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017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003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144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232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348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91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4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1DAF1AA4-7749-8404-9296-3E4AD0B9A765}"/>
              </a:ext>
            </a:extLst>
          </p:cNvPr>
          <p:cNvSpPr/>
          <p:nvPr/>
        </p:nvSpPr>
        <p:spPr>
          <a:xfrm>
            <a:off x="0" y="29521001"/>
            <a:ext cx="21383625" cy="754212"/>
          </a:xfrm>
          <a:prstGeom prst="rect">
            <a:avLst/>
          </a:prstGeom>
          <a:solidFill>
            <a:srgbClr val="862633"/>
          </a:solidFill>
          <a:ln/>
        </p:spPr>
        <p:txBody>
          <a:bodyPr/>
          <a:lstStyle/>
          <a:p>
            <a:endParaRPr lang="ko-KR" altLang="en-US" sz="899" dirty="0"/>
          </a:p>
        </p:txBody>
      </p:sp>
      <p:sp>
        <p:nvSpPr>
          <p:cNvPr id="3" name="Shape 1"/>
          <p:cNvSpPr/>
          <p:nvPr/>
        </p:nvSpPr>
        <p:spPr>
          <a:xfrm>
            <a:off x="-175" y="0"/>
            <a:ext cx="21383625" cy="3540369"/>
          </a:xfrm>
          <a:prstGeom prst="rect">
            <a:avLst/>
          </a:prstGeom>
          <a:solidFill>
            <a:srgbClr val="7C001A"/>
          </a:solidFill>
          <a:ln/>
        </p:spPr>
        <p:txBody>
          <a:bodyPr/>
          <a:lstStyle/>
          <a:p>
            <a:endParaRPr lang="ko-KR" altLang="en-US" sz="899" dirty="0"/>
          </a:p>
        </p:txBody>
      </p:sp>
      <p:sp>
        <p:nvSpPr>
          <p:cNvPr id="4" name="Shape 2"/>
          <p:cNvSpPr/>
          <p:nvPr/>
        </p:nvSpPr>
        <p:spPr>
          <a:xfrm>
            <a:off x="10691812" y="0"/>
            <a:ext cx="0" cy="30275213"/>
          </a:xfrm>
          <a:prstGeom prst="line">
            <a:avLst/>
          </a:prstGeom>
          <a:noFill/>
          <a:ln w="1905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 sz="899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0F512B5-7B94-376D-EB36-079536E54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87674" cy="183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ADC1-A839-2D35-902A-C9450741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D8BA810-F091-1B3A-4AAB-F695477F5F85}"/>
              </a:ext>
            </a:extLst>
          </p:cNvPr>
          <p:cNvSpPr/>
          <p:nvPr/>
        </p:nvSpPr>
        <p:spPr>
          <a:xfrm>
            <a:off x="-175" y="0"/>
            <a:ext cx="21383625" cy="3540369"/>
          </a:xfrm>
          <a:prstGeom prst="rect">
            <a:avLst/>
          </a:prstGeom>
          <a:solidFill>
            <a:srgbClr val="7C001A"/>
          </a:solidFill>
          <a:ln/>
        </p:spPr>
        <p:txBody>
          <a:bodyPr/>
          <a:lstStyle/>
          <a:p>
            <a:endParaRPr lang="ko-KR" altLang="en-US" sz="899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7D215613-8E20-AC8E-C970-09A4BCFD810B}"/>
              </a:ext>
            </a:extLst>
          </p:cNvPr>
          <p:cNvSpPr/>
          <p:nvPr/>
        </p:nvSpPr>
        <p:spPr>
          <a:xfrm>
            <a:off x="-176" y="14630400"/>
            <a:ext cx="21383625" cy="3540369"/>
          </a:xfrm>
          <a:prstGeom prst="rect">
            <a:avLst/>
          </a:prstGeom>
          <a:solidFill>
            <a:srgbClr val="7C001A"/>
          </a:solidFill>
          <a:ln/>
        </p:spPr>
        <p:txBody>
          <a:bodyPr/>
          <a:lstStyle/>
          <a:p>
            <a:endParaRPr lang="ko-KR" altLang="en-US" sz="899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662BC1-3796-0103-81B8-38E8088D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87674" cy="18389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2951AA-6E8B-BB5E-DD2E-DA1130F49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" y="14630400"/>
            <a:ext cx="1587674" cy="18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1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2</Words>
  <Application>Microsoft Office PowerPoint</Application>
  <PresentationFormat>사용자 지정</PresentationFormat>
  <Paragraphs>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승현 유</cp:lastModifiedBy>
  <cp:revision>3</cp:revision>
  <dcterms:created xsi:type="dcterms:W3CDTF">2026-05-26T05:50:27Z</dcterms:created>
  <dcterms:modified xsi:type="dcterms:W3CDTF">2026-05-26T06:26:44Z</dcterms:modified>
</cp:coreProperties>
</file>